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Department Engagement &amp; Career Platform (DECP)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C7"/>
                </a:solidFill>
              </a:defRPr>
            </a:pPr>
            <a:r>
              <a:t>Connecting Students, Alumni &amp; Faculty | University of Peradeniya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Students lack direct connection with alumni for mentorship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No centralized platform for job opportunities within the university network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Research collaboration is often limited by lack of visibility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Department events have low attendance due to poor notification systems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No single platform for academic and professional networking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Existing platforms (LinkedIn, Facebook) lack academic-specific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Solution: DECP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Comprehensive social networking platform for academic communities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Connects current students with alumni for mentorship and career guidance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Centralized job and internship board with university network focus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Research collaboration workspace with document sharing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Event management system with automated reminders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Real-time messaging for seamless communication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Analytics dashboard for administrators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949AB"/>
                </a:solidFill>
              </a:defRPr>
            </a:pPr>
            <a:r>
              <a:t>Social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User profiles with academic verification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Social feed with posts, likes, comments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Connection management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Real-time messaging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Media sharing (images/videos)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Push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949AB"/>
                </a:solidFill>
              </a:defRPr>
            </a:pPr>
            <a:r>
              <a:t>Professional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Job &amp; internship board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Application tracking system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Research project collaboration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Document sharing &amp; version control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Event management &amp; RSVP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Analytics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Microservices Architecture with 10 independent services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API Gateway for centralized routing and authentication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Service-Oriented Architecture (SOA) for modularity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Event-driven communication using RabbitMQ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Real-time messaging with Socket.io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Database per service pattern with PostgreSQL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Redis for caching and session management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Docker containers with Kubernetes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949AB"/>
                </a:solidFill>
              </a:defRPr>
            </a:pPr>
            <a:r>
              <a:t>Backend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Node.js 20+ with Express.js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TypeScript for type safety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PostgreSQL 15+ (Primary DB)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Redis (Caching &amp; Sessions)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RabbitMQ (Message Queue)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Socket.io (Real-time)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JWT &amp; OAuth 2.0 (Auth)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Sequelize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949AB"/>
                </a:solidFill>
              </a:defRPr>
            </a:pPr>
            <a:r>
              <a:t>Frontend &amp;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18+ with TypeScript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Native (Mobile)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Redux Toolkit (State)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Material-UI v5 + Tailwind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Docker &amp; Kubernetes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AWS Cloud Infrastructure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Terraform (IaC)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GitHub Actions (CI/CD)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Microservices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API Gateway (Port: 3000) - Routing, Auth, Rate Limiting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Auth Service (Port: 3001) - Registration, Login, OAuth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User Service (Port: 3002) - Profiles, Connections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Feed Service (Port: 3003) - Posts, Media, Engagement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Jobs Service (Port: 3004) - Job postings, Applications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Events Service (Port: 3005) - Event management, RSVP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Research Service (Port: 3006) - Projects, Documents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Messaging Service (Port: 3007) - Chat, Real-time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Notification Service (Port: 3008) - Push, Email alerts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Analytics Service (Port: 3009) - Metrics,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Quality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Scalability: Horizontal scaling with Kubernetes HPA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Availability: 99.9% uptime with multi-AZ deployment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Performance: &lt; 200ms API response time (p95)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Security: OWASP Top 10 compliant, JWT authentication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Maintainability: Clean code, comprehensive documentation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Observability: Prometheus metrics, Grafana dashboards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Testability: 85%+ test coverage across all services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Usability: Responsive UI, intuitive 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JWT-based authentication with short-lived access tokens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Role-Based Access Control (RBAC) for authorization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Password hashing with bcrypt (12 rounds)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HTTPS/TLS 1.3 for all communications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Input validation and SQL injection prevention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XSS and CSRF protection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Rate limiting: 100 req/min per IP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AWS WAF for DDoS protection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Regular security scans and dependency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Research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Analyzed Facebook and LinkedIn architectures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Identified gaps: Academic verification, Research tools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Proposed improvements: Mentorship matching, Academic calendar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Architecture decisions informed by industry best practices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Adopted microservices pattern from Netflix, Amazon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Used PostgreSQL similar to LinkedIn's Espresso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Implemented real-time features inspired by Facebook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Privacy-first design addressing data concerns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Demo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User Registration &amp; Login with email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Create and interact with posts (like, comment, share)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Browse and apply for job opportunities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Create and RSVP to department events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Research project collaboration workspace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Real-time messaging between users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Push notifications for important updates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Analytics dashboard for administrators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Mobile app with all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Unit Tests: Jest for all microservices (85%+ coverage)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Integration Tests: Service communication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E2E Tests: Cypress for web, Detox for mobile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Performance Tests: k6 for load, stress, and spike testing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Security Tests: OWASP Top 10 compliance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CI/CD: Automated testing on every commit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Code Quality: ESLint, Prettier, TypeScript strict mode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Documentation: Comprehensive API docs and guides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AWS Infrastructure: VPC, EKS, RDS, ElastiCache, S3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Kubernetes: Container orchestration with auto-scaling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Terraform: Infrastructure as Code for reproducibility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CI/CD Pipeline: GitHub Actions for automated deployment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Monitoring: Prometheus + Grafana for observability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Logging: Centralized logging with Loki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CDN: CloudFront for static assets and media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SSL/TLS: Automated certificate management with cert-manager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Complete microservices backend (10 services)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React web application with responsive design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React Native mobile application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Docker containers and Kubernetes manifests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Terraform scripts for AWS infrastructure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Comprehensive test suite (Unit, Integration, E2E)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Architecture diagrams (C4 Model, SOA, Deployment)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Complete documentation (API, Development, Deployment)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CI/CD pipelines and DevOps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Enterprise Architect: High-level system design, integration patterns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Solution Architect: Technology stack, cloud infrastructure decisions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Application Architect: API design, microservices communication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Security Architect: Authentication, authorization, data protection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DevOps Architect: CI/CD, deployment, monitoring, infrastructure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AI-powered job recommendations using machine learning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Video conferencing integration for virtual events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Mobile offline support for better accessibility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Advanced analytics with predictive insights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LMS integration (Moodle, Canvas) for course data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Blockchain-based certificate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Multi-language support for international students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• Alumni donation and fundraising module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C7"/>
                </a:solidFill>
              </a:defRPr>
            </a:pPr>
            <a:r>
              <a:t>DECP Platform - Production Ready |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